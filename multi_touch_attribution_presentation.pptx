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57" r:id="rId6"/>
    <p:sldId id="260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76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ch_analytics_abstract_backgrou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9331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005840"/>
            <a:ext cx="69494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Multi-Touch Marketing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Attribution and ROI Dashboard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80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D5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Presentation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718249" y="5751389"/>
            <a:ext cx="5212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7D7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</a:t>
            </a:r>
            <a:r>
              <a:rPr lang="en-US" sz="1800" dirty="0" err="1">
                <a:solidFill>
                  <a:srgbClr val="C7D7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Infotact</a:t>
            </a:r>
            <a:r>
              <a:rPr lang="en-US" sz="1800" dirty="0">
                <a:solidFill>
                  <a:srgbClr val="C7D7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 &amp; Co.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7D7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 • SQL • Tableau • Google </a:t>
            </a:r>
            <a:r>
              <a:rPr lang="en-US" sz="1800" dirty="0" err="1">
                <a:solidFill>
                  <a:srgbClr val="C7D7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375DC-02B2-3F4D-AE6A-AA9153B3BFFE}"/>
              </a:ext>
            </a:extLst>
          </p:cNvPr>
          <p:cNvSpPr txBox="1"/>
          <p:nvPr/>
        </p:nvSpPr>
        <p:spPr>
          <a:xfrm>
            <a:off x="522514" y="3564294"/>
            <a:ext cx="4777274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Chaitanya Pawar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Lonali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Rai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Anusha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Jidage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Bhargavi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screen_abstract_data_finance_visualization_s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75488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endParaRPr lang="en-US" sz="3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C27D40-EDE5-7156-A7F8-DDDBAF3C88CA}"/>
              </a:ext>
            </a:extLst>
          </p:cNvPr>
          <p:cNvSpPr txBox="1"/>
          <p:nvPr/>
        </p:nvSpPr>
        <p:spPr>
          <a:xfrm>
            <a:off x="970384" y="475488"/>
            <a:ext cx="53464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IN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981CE-AEDE-43DC-B107-8E3196439757}"/>
              </a:ext>
            </a:extLst>
          </p:cNvPr>
          <p:cNvSpPr txBox="1"/>
          <p:nvPr/>
        </p:nvSpPr>
        <p:spPr>
          <a:xfrm>
            <a:off x="970384" y="1511559"/>
            <a:ext cx="6876661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Attribution Model.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ch_analytics_abstract_backgrou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75488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777240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1BB89-A9C4-6EE6-6066-5E67C7A734C6}"/>
              </a:ext>
            </a:extLst>
          </p:cNvPr>
          <p:cNvSpPr txBox="1"/>
          <p:nvPr/>
        </p:nvSpPr>
        <p:spPr>
          <a:xfrm>
            <a:off x="594360" y="590568"/>
            <a:ext cx="786384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9C779-EC70-C909-A343-80E377F51EA1}"/>
              </a:ext>
            </a:extLst>
          </p:cNvPr>
          <p:cNvSpPr txBox="1"/>
          <p:nvPr/>
        </p:nvSpPr>
        <p:spPr>
          <a:xfrm>
            <a:off x="594360" y="1492898"/>
            <a:ext cx="9258767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This project </a:t>
            </a:r>
            <a:r>
              <a:rPr lang="en-IN" dirty="0" err="1">
                <a:solidFill>
                  <a:schemeClr val="bg1"/>
                </a:solidFill>
              </a:rPr>
              <a:t>analyzes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multi-touch marketing attribution</a:t>
            </a:r>
            <a:r>
              <a:rPr lang="en-IN" dirty="0">
                <a:solidFill>
                  <a:schemeClr val="bg1"/>
                </a:solidFill>
              </a:rPr>
              <a:t> to understand how different marketing channels contribute to customer conversions.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It compares </a:t>
            </a:r>
            <a:r>
              <a:rPr lang="en-IN" b="1" dirty="0">
                <a:solidFill>
                  <a:schemeClr val="bg1"/>
                </a:solidFill>
              </a:rPr>
              <a:t>First-Touch, Last-Touch, and Linear Attribution</a:t>
            </a:r>
            <a:r>
              <a:rPr lang="en-IN" dirty="0">
                <a:solidFill>
                  <a:schemeClr val="bg1"/>
                </a:solidFill>
              </a:rPr>
              <a:t> models to assign conversion credit fairly.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The dataset was cleaned and processed using </a:t>
            </a:r>
            <a:r>
              <a:rPr lang="en-IN" b="1" dirty="0">
                <a:solidFill>
                  <a:schemeClr val="bg1"/>
                </a:solidFill>
              </a:rPr>
              <a:t>Python, Pandas, and SQL logic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Key KPIs such as </a:t>
            </a:r>
            <a:r>
              <a:rPr lang="en-IN" b="1" dirty="0">
                <a:solidFill>
                  <a:schemeClr val="bg1"/>
                </a:solidFill>
              </a:rPr>
              <a:t>Total Spend, Attributed Revenue, ROAS, CAC, and Conversions</a:t>
            </a:r>
            <a:r>
              <a:rPr lang="en-IN" dirty="0">
                <a:solidFill>
                  <a:schemeClr val="bg1"/>
                </a:solidFill>
              </a:rPr>
              <a:t> were calculated.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An interactive </a:t>
            </a:r>
            <a:r>
              <a:rPr lang="en-IN" b="1" dirty="0" err="1">
                <a:solidFill>
                  <a:schemeClr val="bg1"/>
                </a:solidFill>
              </a:rPr>
              <a:t>Streamlit</a:t>
            </a:r>
            <a:r>
              <a:rPr lang="en-IN" b="1" dirty="0">
                <a:solidFill>
                  <a:schemeClr val="bg1"/>
                </a:solidFill>
              </a:rPr>
              <a:t> dashboard</a:t>
            </a:r>
            <a:r>
              <a:rPr lang="en-IN" dirty="0">
                <a:solidFill>
                  <a:schemeClr val="bg1"/>
                </a:solidFill>
              </a:rPr>
              <a:t> was deployed to visualize channel performance, funnel analysis, ROI scatter plot, and campaign-level insights.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screen_abstract_data_finance_visualization_s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75488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73492A-FF77-541F-6A68-3AFC8A9913CC}"/>
              </a:ext>
            </a:extLst>
          </p:cNvPr>
          <p:cNvSpPr txBox="1"/>
          <p:nvPr/>
        </p:nvSpPr>
        <p:spPr>
          <a:xfrm>
            <a:off x="594360" y="1436914"/>
            <a:ext cx="10788987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prepare marketing touchpoint data for analysis using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and Pandas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customer journeys and understand how different marketing channels contribute to conversions.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and compare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First-Touch, Last-Touch, and Linear Attribution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important marketing KPIs such as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Spend, Attributed Revenue, Conversions, ROAS, and CAC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deploy an interactive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channel performance, funnel analysis, ROI analysis, and campaign-level insights.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screen_abstract_data_finance_visualization_s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75488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7FB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Statement: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98A3C-FB2C-9870-EB35-1CD51436399E}"/>
              </a:ext>
            </a:extLst>
          </p:cNvPr>
          <p:cNvSpPr txBox="1"/>
          <p:nvPr/>
        </p:nvSpPr>
        <p:spPr>
          <a:xfrm>
            <a:off x="662473" y="1334278"/>
            <a:ext cx="10646229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teams use multiple channels like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Ads, Meta Ads, Email, Organic Search, Referral, and Direct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reach customers.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usually interact with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touchpoints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making a final conversion.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Last-Click Attribution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gives full credit only to the last channel.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may ignore the contribution of earlier channels and lead to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marketing budget decisions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solves the problem by building a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Multi-Touch Attribution and ROI Dashboard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channel performance, conversions, ROAS, and CAC.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ch_analytics_abstract_backgrou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75488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89E98-E11B-72D0-BFF8-EB91ABB64AF5}"/>
              </a:ext>
            </a:extLst>
          </p:cNvPr>
          <p:cNvSpPr txBox="1"/>
          <p:nvPr/>
        </p:nvSpPr>
        <p:spPr>
          <a:xfrm>
            <a:off x="354564" y="932688"/>
            <a:ext cx="10767526" cy="562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touchpoint data was collected in CSV format, including customer journeys, channels, campaigns, ad spend, conversions, and revenue.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cleaned using Python and Pandas by converting date columns, handling numeric values, removing duplicates, and sorting customer journeys.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Attribution </a:t>
            </a: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attribution models were implemented: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First-Touch Attribution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Last-Touch Attribution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Attribution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Calculation: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KPIs such as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Spend, Attributed Revenue, Attributed Conversions, ROAS, and CAC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calculated for each marketing channel.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and Deployment: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dashboard was created using </a:t>
            </a: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visualize channel performance, ROI scatter plot, funnel analysis, and campaign-level insights.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ch_analytics_abstract_backgrou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54861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Attribution Models:</a:t>
            </a:r>
          </a:p>
        </p:txBody>
      </p:sp>
      <p:sp>
        <p:nvSpPr>
          <p:cNvPr id="5" name="Text 2"/>
          <p:cNvSpPr/>
          <p:nvPr/>
        </p:nvSpPr>
        <p:spPr>
          <a:xfrm>
            <a:off x="868680" y="1325880"/>
            <a:ext cx="960120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90E25-1F28-EE19-A258-2894A7CFFF89}"/>
              </a:ext>
            </a:extLst>
          </p:cNvPr>
          <p:cNvSpPr txBox="1"/>
          <p:nvPr/>
        </p:nvSpPr>
        <p:spPr>
          <a:xfrm>
            <a:off x="522514" y="786471"/>
            <a:ext cx="10800806" cy="558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First-Touch Attribution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marketing channel that interacts with the customer gets full conversion credit.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 → Email → Direct → Conversion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goes to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Last-Touch Attribution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marketing channel before conversion gets full credit.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 → Email → Direct → Conversion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goes to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Attribution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touchpoints in the customer journey share conversion credit equally.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 → Email → Direct → Conversion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is shared equally between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Ads, Email, and Direct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screen_abstract_data_finance_visualization_s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56222" y="6024604"/>
            <a:ext cx="704741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F7FB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Tableau Dashboard Preview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/mnt/data/dashboard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389" y="1143000"/>
            <a:ext cx="9378462" cy="4800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A3A0E4-8D09-0200-DF8B-6DBA8D81584B}"/>
              </a:ext>
            </a:extLst>
          </p:cNvPr>
          <p:cNvSpPr txBox="1"/>
          <p:nvPr/>
        </p:nvSpPr>
        <p:spPr>
          <a:xfrm>
            <a:off x="594360" y="158620"/>
            <a:ext cx="58904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ch_analytics_abstract_backgrou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75488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7D0CB-5DD9-2AE1-A0E0-9153C0752336}"/>
              </a:ext>
            </a:extLst>
          </p:cNvPr>
          <p:cNvSpPr txBox="1"/>
          <p:nvPr/>
        </p:nvSpPr>
        <p:spPr>
          <a:xfrm>
            <a:off x="709127" y="1408922"/>
            <a:ext cx="10766593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Multi-Touch Marketing Attribution and ROI Dashboard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different marketing channels contribute to conversions and revenue. By implementing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First-Touch, Last-Touch, and Linear Attribution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models, the project provides a better understanding of the complete customer journey. Important KPIs such as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Spend, Attributed Revenue, Conversions, ROAS, and CAC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calculated to evaluate marketing performance. The deployed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visualize channel performance, funnel drop-off, ROI analysis, and campaign-level insights. Overall, this project supports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marketing decisions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helps businesses allocate their marketing budget more effectively.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tech_analytics_abstract_backgrou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30745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7D5FF"/>
                </a:solidFill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700</Words>
  <Application>Microsoft Office PowerPoint</Application>
  <PresentationFormat>Widescreen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Multi-Touch Marketing Attribution and ROI Dashboard</dc:title>
  <dc:subject>Multi-Touch Marketing Attribution and ROI Dashboard</dc:subject>
  <dc:creator>Chaitanya Pawar</dc:creator>
  <cp:lastModifiedBy>Chandrashekhar Pawar</cp:lastModifiedBy>
  <cp:revision>2</cp:revision>
  <dcterms:created xsi:type="dcterms:W3CDTF">2026-06-23T15:39:49Z</dcterms:created>
  <dcterms:modified xsi:type="dcterms:W3CDTF">2026-06-24T13:04:50Z</dcterms:modified>
</cp:coreProperties>
</file>